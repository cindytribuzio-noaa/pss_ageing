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3285-086F-4F97-A44A-2E93BFB0D0BD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E2F9-A448-4EB9-9DE1-0328B692D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0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3285-086F-4F97-A44A-2E93BFB0D0BD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E2F9-A448-4EB9-9DE1-0328B692D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87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3285-086F-4F97-A44A-2E93BFB0D0BD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E2F9-A448-4EB9-9DE1-0328B692D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6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3285-086F-4F97-A44A-2E93BFB0D0BD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E2F9-A448-4EB9-9DE1-0328B692D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66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3285-086F-4F97-A44A-2E93BFB0D0BD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E2F9-A448-4EB9-9DE1-0328B692D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5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3285-086F-4F97-A44A-2E93BFB0D0BD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E2F9-A448-4EB9-9DE1-0328B692D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31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3285-086F-4F97-A44A-2E93BFB0D0BD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E2F9-A448-4EB9-9DE1-0328B692D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5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3285-086F-4F97-A44A-2E93BFB0D0BD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E2F9-A448-4EB9-9DE1-0328B692D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3285-086F-4F97-A44A-2E93BFB0D0BD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E2F9-A448-4EB9-9DE1-0328B692D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27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3285-086F-4F97-A44A-2E93BFB0D0BD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E2F9-A448-4EB9-9DE1-0328B692D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7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3285-086F-4F97-A44A-2E93BFB0D0BD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E2F9-A448-4EB9-9DE1-0328B692D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B3285-086F-4F97-A44A-2E93BFB0D0BD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AE2F9-A448-4EB9-9DE1-0328B692D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4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/>
          <p:cNvGrpSpPr/>
          <p:nvPr/>
        </p:nvGrpSpPr>
        <p:grpSpPr>
          <a:xfrm>
            <a:off x="591608" y="296864"/>
            <a:ext cx="8035620" cy="5916528"/>
            <a:chOff x="591608" y="296864"/>
            <a:chExt cx="8035620" cy="5916528"/>
          </a:xfrm>
        </p:grpSpPr>
        <p:sp>
          <p:nvSpPr>
            <p:cNvPr id="6" name="Google Shape;193;p12"/>
            <p:cNvSpPr/>
            <p:nvPr/>
          </p:nvSpPr>
          <p:spPr>
            <a:xfrm flipH="1">
              <a:off x="591608" y="2532981"/>
              <a:ext cx="5545720" cy="1357286"/>
            </a:xfrm>
            <a:custGeom>
              <a:avLst/>
              <a:gdLst/>
              <a:ahLst/>
              <a:cxnLst/>
              <a:rect l="l" t="t" r="r" b="b"/>
              <a:pathLst>
                <a:path w="5153048" h="1254935" extrusionOk="0">
                  <a:moveTo>
                    <a:pt x="3899978" y="755175"/>
                  </a:moveTo>
                  <a:cubicBezTo>
                    <a:pt x="3771436" y="737655"/>
                    <a:pt x="3754516" y="664871"/>
                    <a:pt x="3732407" y="609094"/>
                  </a:cubicBezTo>
                  <a:cubicBezTo>
                    <a:pt x="3691507" y="513291"/>
                    <a:pt x="3526132" y="635934"/>
                    <a:pt x="3446530" y="591201"/>
                  </a:cubicBezTo>
                  <a:cubicBezTo>
                    <a:pt x="3341733" y="552992"/>
                    <a:pt x="3232263" y="528622"/>
                    <a:pt x="3128681" y="487756"/>
                  </a:cubicBezTo>
                  <a:cubicBezTo>
                    <a:pt x="2993128" y="434170"/>
                    <a:pt x="3258532" y="508026"/>
                    <a:pt x="3085585" y="378766"/>
                  </a:cubicBezTo>
                  <a:cubicBezTo>
                    <a:pt x="3057539" y="357751"/>
                    <a:pt x="3025801" y="338833"/>
                    <a:pt x="3005328" y="311014"/>
                  </a:cubicBezTo>
                  <a:cubicBezTo>
                    <a:pt x="2926287" y="222760"/>
                    <a:pt x="2710477" y="323502"/>
                    <a:pt x="2608952" y="326624"/>
                  </a:cubicBezTo>
                  <a:cubicBezTo>
                    <a:pt x="2479382" y="332216"/>
                    <a:pt x="2347755" y="326065"/>
                    <a:pt x="2217625" y="324434"/>
                  </a:cubicBezTo>
                  <a:cubicBezTo>
                    <a:pt x="2020839" y="327789"/>
                    <a:pt x="1826484" y="355980"/>
                    <a:pt x="1630540" y="368561"/>
                  </a:cubicBezTo>
                  <a:cubicBezTo>
                    <a:pt x="1185131" y="420796"/>
                    <a:pt x="739676" y="494606"/>
                    <a:pt x="316002" y="635049"/>
                  </a:cubicBezTo>
                  <a:cubicBezTo>
                    <a:pt x="210551" y="670509"/>
                    <a:pt x="114776" y="727450"/>
                    <a:pt x="29424" y="797346"/>
                  </a:cubicBezTo>
                  <a:cubicBezTo>
                    <a:pt x="-5726" y="824698"/>
                    <a:pt x="-12644" y="887184"/>
                    <a:pt x="26479" y="916074"/>
                  </a:cubicBezTo>
                  <a:cubicBezTo>
                    <a:pt x="49337" y="931125"/>
                    <a:pt x="72381" y="947434"/>
                    <a:pt x="97481" y="957219"/>
                  </a:cubicBezTo>
                  <a:cubicBezTo>
                    <a:pt x="199473" y="997992"/>
                    <a:pt x="303943" y="1011365"/>
                    <a:pt x="410656" y="1034803"/>
                  </a:cubicBezTo>
                  <a:cubicBezTo>
                    <a:pt x="479881" y="1051159"/>
                    <a:pt x="456744" y="1087644"/>
                    <a:pt x="545554" y="1101157"/>
                  </a:cubicBezTo>
                  <a:cubicBezTo>
                    <a:pt x="614219" y="1170260"/>
                    <a:pt x="755895" y="1168490"/>
                    <a:pt x="849380" y="1189132"/>
                  </a:cubicBezTo>
                  <a:cubicBezTo>
                    <a:pt x="1024524" y="1220305"/>
                    <a:pt x="1201257" y="1188619"/>
                    <a:pt x="1376214" y="1226409"/>
                  </a:cubicBezTo>
                  <a:cubicBezTo>
                    <a:pt x="1586555" y="1269325"/>
                    <a:pt x="1801570" y="1256790"/>
                    <a:pt x="2011537" y="1234424"/>
                  </a:cubicBezTo>
                  <a:cubicBezTo>
                    <a:pt x="2302556" y="1202645"/>
                    <a:pt x="2586469" y="1182142"/>
                    <a:pt x="2866223" y="1102602"/>
                  </a:cubicBezTo>
                  <a:cubicBezTo>
                    <a:pt x="2907870" y="1091232"/>
                    <a:pt x="2948957" y="1078138"/>
                    <a:pt x="2990324" y="1065883"/>
                  </a:cubicBezTo>
                  <a:cubicBezTo>
                    <a:pt x="3015191" y="1061736"/>
                    <a:pt x="3040478" y="1060478"/>
                    <a:pt x="3066280" y="1052277"/>
                  </a:cubicBezTo>
                  <a:cubicBezTo>
                    <a:pt x="3172012" y="1018727"/>
                    <a:pt x="3227261" y="1038298"/>
                    <a:pt x="3258579" y="1061596"/>
                  </a:cubicBezTo>
                  <a:cubicBezTo>
                    <a:pt x="3330889" y="1100924"/>
                    <a:pt x="3397824" y="1153392"/>
                    <a:pt x="3477240" y="1177063"/>
                  </a:cubicBezTo>
                  <a:cubicBezTo>
                    <a:pt x="3502574" y="1185684"/>
                    <a:pt x="3506314" y="1174128"/>
                    <a:pt x="3522206" y="1158797"/>
                  </a:cubicBezTo>
                  <a:cubicBezTo>
                    <a:pt x="3545297" y="1154138"/>
                    <a:pt x="3552402" y="1134614"/>
                    <a:pt x="3561984" y="1116860"/>
                  </a:cubicBezTo>
                  <a:cubicBezTo>
                    <a:pt x="3588300" y="1088669"/>
                    <a:pt x="3615644" y="1060292"/>
                    <a:pt x="3641446" y="1031355"/>
                  </a:cubicBezTo>
                  <a:cubicBezTo>
                    <a:pt x="3680850" y="992120"/>
                    <a:pt x="3589001" y="985690"/>
                    <a:pt x="3568855" y="964721"/>
                  </a:cubicBezTo>
                  <a:cubicBezTo>
                    <a:pt x="3633219" y="964069"/>
                    <a:pt x="3804811" y="911554"/>
                    <a:pt x="3868521" y="918591"/>
                  </a:cubicBezTo>
                  <a:cubicBezTo>
                    <a:pt x="3952657" y="946176"/>
                    <a:pt x="4048666" y="1116441"/>
                    <a:pt x="4120930" y="1156467"/>
                  </a:cubicBezTo>
                  <a:cubicBezTo>
                    <a:pt x="4409003" y="1306090"/>
                    <a:pt x="4513894" y="1271049"/>
                    <a:pt x="4644071" y="982382"/>
                  </a:cubicBezTo>
                  <a:cubicBezTo>
                    <a:pt x="4662254" y="944401"/>
                    <a:pt x="4677772" y="905213"/>
                    <a:pt x="4690533" y="865097"/>
                  </a:cubicBezTo>
                  <a:cubicBezTo>
                    <a:pt x="4754336" y="762584"/>
                    <a:pt x="4886851" y="697349"/>
                    <a:pt x="4967248" y="602384"/>
                  </a:cubicBezTo>
                  <a:cubicBezTo>
                    <a:pt x="5008989" y="566132"/>
                    <a:pt x="4978887" y="510449"/>
                    <a:pt x="5034183" y="485892"/>
                  </a:cubicBezTo>
                  <a:cubicBezTo>
                    <a:pt x="5071998" y="471540"/>
                    <a:pt x="5067324" y="431607"/>
                    <a:pt x="5078776" y="405420"/>
                  </a:cubicBezTo>
                  <a:cubicBezTo>
                    <a:pt x="5088124" y="373640"/>
                    <a:pt x="5098688" y="342094"/>
                    <a:pt x="5110420" y="310781"/>
                  </a:cubicBezTo>
                  <a:cubicBezTo>
                    <a:pt x="5141644" y="228165"/>
                    <a:pt x="5159640" y="142194"/>
                    <a:pt x="5150759" y="60044"/>
                  </a:cubicBezTo>
                  <a:cubicBezTo>
                    <a:pt x="5140850" y="-3747"/>
                    <a:pt x="5075737" y="-20103"/>
                    <a:pt x="5026939" y="27426"/>
                  </a:cubicBezTo>
                  <a:cubicBezTo>
                    <a:pt x="5012916" y="39681"/>
                    <a:pt x="4866892" y="149370"/>
                    <a:pt x="4642155" y="351274"/>
                  </a:cubicBezTo>
                  <a:cubicBezTo>
                    <a:pt x="4509546" y="470422"/>
                    <a:pt x="4358568" y="604994"/>
                    <a:pt x="4188519" y="685513"/>
                  </a:cubicBezTo>
                  <a:cubicBezTo>
                    <a:pt x="4098166" y="725027"/>
                    <a:pt x="3985797" y="766964"/>
                    <a:pt x="3899978" y="755175"/>
                  </a:cubicBezTo>
                  <a:close/>
                </a:path>
              </a:pathLst>
            </a:custGeom>
            <a:solidFill>
              <a:srgbClr val="74DF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5744656" y="1505061"/>
              <a:ext cx="1419402" cy="1685888"/>
              <a:chOff x="6203091" y="1697080"/>
              <a:chExt cx="1419402" cy="1685888"/>
            </a:xfrm>
          </p:grpSpPr>
          <p:sp>
            <p:nvSpPr>
              <p:cNvPr id="7" name="Google Shape;2693;p32"/>
              <p:cNvSpPr/>
              <p:nvPr/>
            </p:nvSpPr>
            <p:spPr>
              <a:xfrm>
                <a:off x="6203091" y="1697080"/>
                <a:ext cx="1047247" cy="1539129"/>
              </a:xfrm>
              <a:custGeom>
                <a:avLst/>
                <a:gdLst/>
                <a:ahLst/>
                <a:cxnLst/>
                <a:rect l="l" t="t" r="r" b="b"/>
                <a:pathLst>
                  <a:path w="1047247" h="1539129" extrusionOk="0">
                    <a:moveTo>
                      <a:pt x="1045863" y="1468140"/>
                    </a:moveTo>
                    <a:cubicBezTo>
                      <a:pt x="1042380" y="1461536"/>
                      <a:pt x="1032849" y="1458967"/>
                      <a:pt x="1020018" y="1460435"/>
                    </a:cubicBezTo>
                    <a:cubicBezTo>
                      <a:pt x="974560" y="1274586"/>
                      <a:pt x="896659" y="1098277"/>
                      <a:pt x="791263" y="939948"/>
                    </a:cubicBezTo>
                    <a:cubicBezTo>
                      <a:pt x="885844" y="878121"/>
                      <a:pt x="960813" y="784738"/>
                      <a:pt x="998022" y="668605"/>
                    </a:cubicBezTo>
                    <a:cubicBezTo>
                      <a:pt x="1084539" y="399464"/>
                      <a:pt x="936617" y="111243"/>
                      <a:pt x="667903" y="24648"/>
                    </a:cubicBezTo>
                    <a:cubicBezTo>
                      <a:pt x="399189" y="-61764"/>
                      <a:pt x="111229" y="86292"/>
                      <a:pt x="24713" y="355249"/>
                    </a:cubicBezTo>
                    <a:cubicBezTo>
                      <a:pt x="-61804" y="624207"/>
                      <a:pt x="86117" y="912612"/>
                      <a:pt x="354831" y="999207"/>
                    </a:cubicBezTo>
                    <a:cubicBezTo>
                      <a:pt x="456378" y="1031863"/>
                      <a:pt x="560674" y="1030946"/>
                      <a:pt x="655806" y="1002876"/>
                    </a:cubicBezTo>
                    <a:cubicBezTo>
                      <a:pt x="721060" y="1184689"/>
                      <a:pt x="817474" y="1354393"/>
                      <a:pt x="941017" y="1502081"/>
                    </a:cubicBezTo>
                    <a:cubicBezTo>
                      <a:pt x="931485" y="1513089"/>
                      <a:pt x="926903" y="1523546"/>
                      <a:pt x="930752" y="1530885"/>
                    </a:cubicBezTo>
                    <a:cubicBezTo>
                      <a:pt x="937717" y="1544278"/>
                      <a:pt x="969244" y="1540975"/>
                      <a:pt x="1000955" y="1523730"/>
                    </a:cubicBezTo>
                    <a:cubicBezTo>
                      <a:pt x="1032849" y="1506301"/>
                      <a:pt x="1052828" y="1481350"/>
                      <a:pt x="1045863" y="1468140"/>
                    </a:cubicBezTo>
                    <a:close/>
                    <a:moveTo>
                      <a:pt x="290860" y="384420"/>
                    </a:moveTo>
                    <a:cubicBezTo>
                      <a:pt x="217175" y="398363"/>
                      <a:pt x="166951" y="413591"/>
                      <a:pt x="75853" y="484041"/>
                    </a:cubicBezTo>
                    <a:cubicBezTo>
                      <a:pt x="89417" y="318006"/>
                      <a:pt x="195912" y="166649"/>
                      <a:pt x="362163" y="104638"/>
                    </a:cubicBezTo>
                    <a:cubicBezTo>
                      <a:pt x="591285" y="19144"/>
                      <a:pt x="846252" y="135827"/>
                      <a:pt x="931669" y="365156"/>
                    </a:cubicBezTo>
                    <a:cubicBezTo>
                      <a:pt x="980059" y="495232"/>
                      <a:pt x="963562" y="633013"/>
                      <a:pt x="898858" y="744009"/>
                    </a:cubicBezTo>
                    <a:cubicBezTo>
                      <a:pt x="898492" y="742908"/>
                      <a:pt x="898308" y="741807"/>
                      <a:pt x="897758" y="740890"/>
                    </a:cubicBezTo>
                    <a:cubicBezTo>
                      <a:pt x="815275" y="550638"/>
                      <a:pt x="632344" y="319841"/>
                      <a:pt x="290860" y="3844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 rot="20300974">
                <a:off x="6708093" y="2599193"/>
                <a:ext cx="914400" cy="783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 flipH="1">
              <a:off x="5372501" y="4177519"/>
              <a:ext cx="1419402" cy="1685888"/>
              <a:chOff x="6203091" y="1697080"/>
              <a:chExt cx="1419402" cy="1685888"/>
            </a:xfrm>
          </p:grpSpPr>
          <p:sp>
            <p:nvSpPr>
              <p:cNvPr id="11" name="Google Shape;2693;p32"/>
              <p:cNvSpPr/>
              <p:nvPr/>
            </p:nvSpPr>
            <p:spPr>
              <a:xfrm>
                <a:off x="6203091" y="1697080"/>
                <a:ext cx="1047247" cy="1539129"/>
              </a:xfrm>
              <a:custGeom>
                <a:avLst/>
                <a:gdLst/>
                <a:ahLst/>
                <a:cxnLst/>
                <a:rect l="l" t="t" r="r" b="b"/>
                <a:pathLst>
                  <a:path w="1047247" h="1539129" extrusionOk="0">
                    <a:moveTo>
                      <a:pt x="1045863" y="1468140"/>
                    </a:moveTo>
                    <a:cubicBezTo>
                      <a:pt x="1042380" y="1461536"/>
                      <a:pt x="1032849" y="1458967"/>
                      <a:pt x="1020018" y="1460435"/>
                    </a:cubicBezTo>
                    <a:cubicBezTo>
                      <a:pt x="974560" y="1274586"/>
                      <a:pt x="896659" y="1098277"/>
                      <a:pt x="791263" y="939948"/>
                    </a:cubicBezTo>
                    <a:cubicBezTo>
                      <a:pt x="885844" y="878121"/>
                      <a:pt x="960813" y="784738"/>
                      <a:pt x="998022" y="668605"/>
                    </a:cubicBezTo>
                    <a:cubicBezTo>
                      <a:pt x="1084539" y="399464"/>
                      <a:pt x="936617" y="111243"/>
                      <a:pt x="667903" y="24648"/>
                    </a:cubicBezTo>
                    <a:cubicBezTo>
                      <a:pt x="399189" y="-61764"/>
                      <a:pt x="111229" y="86292"/>
                      <a:pt x="24713" y="355249"/>
                    </a:cubicBezTo>
                    <a:cubicBezTo>
                      <a:pt x="-61804" y="624207"/>
                      <a:pt x="86117" y="912612"/>
                      <a:pt x="354831" y="999207"/>
                    </a:cubicBezTo>
                    <a:cubicBezTo>
                      <a:pt x="456378" y="1031863"/>
                      <a:pt x="560674" y="1030946"/>
                      <a:pt x="655806" y="1002876"/>
                    </a:cubicBezTo>
                    <a:cubicBezTo>
                      <a:pt x="721060" y="1184689"/>
                      <a:pt x="817474" y="1354393"/>
                      <a:pt x="941017" y="1502081"/>
                    </a:cubicBezTo>
                    <a:cubicBezTo>
                      <a:pt x="931485" y="1513089"/>
                      <a:pt x="926903" y="1523546"/>
                      <a:pt x="930752" y="1530885"/>
                    </a:cubicBezTo>
                    <a:cubicBezTo>
                      <a:pt x="937717" y="1544278"/>
                      <a:pt x="969244" y="1540975"/>
                      <a:pt x="1000955" y="1523730"/>
                    </a:cubicBezTo>
                    <a:cubicBezTo>
                      <a:pt x="1032849" y="1506301"/>
                      <a:pt x="1052828" y="1481350"/>
                      <a:pt x="1045863" y="1468140"/>
                    </a:cubicBezTo>
                    <a:close/>
                    <a:moveTo>
                      <a:pt x="290860" y="384420"/>
                    </a:moveTo>
                    <a:cubicBezTo>
                      <a:pt x="217175" y="398363"/>
                      <a:pt x="166951" y="413591"/>
                      <a:pt x="75853" y="484041"/>
                    </a:cubicBezTo>
                    <a:cubicBezTo>
                      <a:pt x="89417" y="318006"/>
                      <a:pt x="195912" y="166649"/>
                      <a:pt x="362163" y="104638"/>
                    </a:cubicBezTo>
                    <a:cubicBezTo>
                      <a:pt x="591285" y="19144"/>
                      <a:pt x="846252" y="135827"/>
                      <a:pt x="931669" y="365156"/>
                    </a:cubicBezTo>
                    <a:cubicBezTo>
                      <a:pt x="980059" y="495232"/>
                      <a:pt x="963562" y="633013"/>
                      <a:pt x="898858" y="744009"/>
                    </a:cubicBezTo>
                    <a:cubicBezTo>
                      <a:pt x="898492" y="742908"/>
                      <a:pt x="898308" y="741807"/>
                      <a:pt x="897758" y="740890"/>
                    </a:cubicBezTo>
                    <a:cubicBezTo>
                      <a:pt x="815275" y="550638"/>
                      <a:pt x="632344" y="319841"/>
                      <a:pt x="290860" y="3844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 rot="20300974">
                <a:off x="6708093" y="2599193"/>
                <a:ext cx="914400" cy="783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26" name="Picture 2" descr="Sample Vial 20ml Clip Art at Clker.com - vector clip art online, royalty  free &amp; public domai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689947" y="917512"/>
              <a:ext cx="505714" cy="1368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3041919" y="3282261"/>
              <a:ext cx="18293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specimen_id</a:t>
              </a:r>
              <a:r>
                <a:rPr lang="en-US" dirty="0" smtClean="0"/>
                <a:t> = 52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570146" y="1128474"/>
              <a:ext cx="1317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sample_id</a:t>
              </a:r>
              <a:r>
                <a:rPr lang="en-US" dirty="0" smtClean="0"/>
                <a:t> =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61279" y="2000371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100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039556" y="463564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151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20" name="Picture 2" descr="Sample Vial 20ml Clip Art at Clker.com - vector clip art online, royalty  free &amp; public domai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689947" y="1539701"/>
              <a:ext cx="505714" cy="1368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Sample Vial 20ml Clip Art at Clker.com - vector clip art online, royalty  free &amp; public domai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689947" y="2163528"/>
              <a:ext cx="505714" cy="1368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" descr="Sample Vial 20ml Clip Art at Clker.com - vector clip art online, royalty  free &amp; public domai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689947" y="2785717"/>
              <a:ext cx="505714" cy="1368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 descr="Sample Vial 20ml Clip Art at Clker.com - vector clip art online, royalty  free &amp; public domai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689947" y="3407906"/>
              <a:ext cx="505714" cy="1368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 descr="Sample Vial 20ml Clip Art at Clker.com - vector clip art online, royalty  free &amp; public domai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689947" y="4030095"/>
              <a:ext cx="505714" cy="1368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Sample Vial 20ml Clip Art at Clker.com - vector clip art online, royalty  free &amp; public domai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689947" y="4653922"/>
              <a:ext cx="505714" cy="1368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 descr="Sample Vial 20ml Clip Art at Clker.com - vector clip art online, royalty  free &amp; public domai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689947" y="5276111"/>
              <a:ext cx="505714" cy="1368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 descr="Sample Vial 20ml Clip Art at Clker.com - vector clip art online, royalty  free &amp; public domai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689947" y="293685"/>
              <a:ext cx="505714" cy="1368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7177273" y="296864"/>
              <a:ext cx="1099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layer_id</a:t>
              </a:r>
              <a:r>
                <a:rPr lang="en-US" dirty="0" smtClean="0"/>
                <a:t> =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508389" y="782671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100_1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508388" y="1417270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100_2</a:t>
              </a:r>
              <a:endParaRPr 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508387" y="2039459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100_3</a:t>
              </a:r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508387" y="2663286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100_4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508387" y="3282261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151_1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508386" y="3909958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151_2</a:t>
              </a:r>
              <a:endParaRPr lang="en-US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505455" y="4529853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151_3</a:t>
              </a:r>
              <a:endParaRPr 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82967" y="5151982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151_4</a:t>
              </a:r>
              <a:endParaRPr 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482967" y="5775869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151_5</a:t>
              </a:r>
              <a:endParaRPr lang="en-US" dirty="0"/>
            </a:p>
          </p:txBody>
        </p:sp>
        <p:cxnSp>
          <p:nvCxnSpPr>
            <p:cNvPr id="3" name="Straight Arrow Connector 2"/>
            <p:cNvCxnSpPr/>
            <p:nvPr/>
          </p:nvCxnSpPr>
          <p:spPr>
            <a:xfrm flipV="1">
              <a:off x="5494802" y="2476982"/>
              <a:ext cx="497516" cy="6389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5547687" y="3403766"/>
              <a:ext cx="444631" cy="8755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Google Shape;2693;p32"/>
            <p:cNvSpPr/>
            <p:nvPr/>
          </p:nvSpPr>
          <p:spPr>
            <a:xfrm flipH="1">
              <a:off x="5389553" y="3248806"/>
              <a:ext cx="207861" cy="304906"/>
            </a:xfrm>
            <a:custGeom>
              <a:avLst/>
              <a:gdLst/>
              <a:ahLst/>
              <a:cxnLst/>
              <a:rect l="l" t="t" r="r" b="b"/>
              <a:pathLst>
                <a:path w="1047247" h="1539129" extrusionOk="0">
                  <a:moveTo>
                    <a:pt x="1045863" y="1468140"/>
                  </a:moveTo>
                  <a:cubicBezTo>
                    <a:pt x="1042380" y="1461536"/>
                    <a:pt x="1032849" y="1458967"/>
                    <a:pt x="1020018" y="1460435"/>
                  </a:cubicBezTo>
                  <a:cubicBezTo>
                    <a:pt x="974560" y="1274586"/>
                    <a:pt x="896659" y="1098277"/>
                    <a:pt x="791263" y="939948"/>
                  </a:cubicBezTo>
                  <a:cubicBezTo>
                    <a:pt x="885844" y="878121"/>
                    <a:pt x="960813" y="784738"/>
                    <a:pt x="998022" y="668605"/>
                  </a:cubicBezTo>
                  <a:cubicBezTo>
                    <a:pt x="1084539" y="399464"/>
                    <a:pt x="936617" y="111243"/>
                    <a:pt x="667903" y="24648"/>
                  </a:cubicBezTo>
                  <a:cubicBezTo>
                    <a:pt x="399189" y="-61764"/>
                    <a:pt x="111229" y="86292"/>
                    <a:pt x="24713" y="355249"/>
                  </a:cubicBezTo>
                  <a:cubicBezTo>
                    <a:pt x="-61804" y="624207"/>
                    <a:pt x="86117" y="912612"/>
                    <a:pt x="354831" y="999207"/>
                  </a:cubicBezTo>
                  <a:cubicBezTo>
                    <a:pt x="456378" y="1031863"/>
                    <a:pt x="560674" y="1030946"/>
                    <a:pt x="655806" y="1002876"/>
                  </a:cubicBezTo>
                  <a:cubicBezTo>
                    <a:pt x="721060" y="1184689"/>
                    <a:pt x="817474" y="1354393"/>
                    <a:pt x="941017" y="1502081"/>
                  </a:cubicBezTo>
                  <a:cubicBezTo>
                    <a:pt x="931485" y="1513089"/>
                    <a:pt x="926903" y="1523546"/>
                    <a:pt x="930752" y="1530885"/>
                  </a:cubicBezTo>
                  <a:cubicBezTo>
                    <a:pt x="937717" y="1544278"/>
                    <a:pt x="969244" y="1540975"/>
                    <a:pt x="1000955" y="1523730"/>
                  </a:cubicBezTo>
                  <a:cubicBezTo>
                    <a:pt x="1032849" y="1506301"/>
                    <a:pt x="1052828" y="1481350"/>
                    <a:pt x="1045863" y="1468140"/>
                  </a:cubicBezTo>
                  <a:close/>
                  <a:moveTo>
                    <a:pt x="290860" y="384420"/>
                  </a:moveTo>
                  <a:cubicBezTo>
                    <a:pt x="217175" y="398363"/>
                    <a:pt x="166951" y="413591"/>
                    <a:pt x="75853" y="484041"/>
                  </a:cubicBezTo>
                  <a:cubicBezTo>
                    <a:pt x="89417" y="318006"/>
                    <a:pt x="195912" y="166649"/>
                    <a:pt x="362163" y="104638"/>
                  </a:cubicBezTo>
                  <a:cubicBezTo>
                    <a:pt x="591285" y="19144"/>
                    <a:pt x="846252" y="135827"/>
                    <a:pt x="931669" y="365156"/>
                  </a:cubicBezTo>
                  <a:cubicBezTo>
                    <a:pt x="980059" y="495232"/>
                    <a:pt x="963562" y="633013"/>
                    <a:pt x="898858" y="744009"/>
                  </a:cubicBezTo>
                  <a:cubicBezTo>
                    <a:pt x="898492" y="742908"/>
                    <a:pt x="898308" y="741807"/>
                    <a:pt x="897758" y="740890"/>
                  </a:cubicBezTo>
                  <a:cubicBezTo>
                    <a:pt x="815275" y="550638"/>
                    <a:pt x="632344" y="319841"/>
                    <a:pt x="290860" y="3844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 rot="1299026" flipH="1">
              <a:off x="5315687" y="3427517"/>
              <a:ext cx="181493" cy="155268"/>
            </a:xfrm>
            <a:prstGeom prst="rect">
              <a:avLst/>
            </a:prstGeom>
            <a:solidFill>
              <a:srgbClr val="74DFE2"/>
            </a:solidFill>
            <a:ln>
              <a:solidFill>
                <a:srgbClr val="74DF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V="1">
              <a:off x="6665688" y="1152003"/>
              <a:ext cx="655889" cy="588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endCxn id="1026" idx="2"/>
            </p:cNvCxnSpPr>
            <p:nvPr/>
          </p:nvCxnSpPr>
          <p:spPr>
            <a:xfrm flipV="1">
              <a:off x="6777896" y="1601936"/>
              <a:ext cx="480484" cy="2904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endCxn id="20" idx="2"/>
            </p:cNvCxnSpPr>
            <p:nvPr/>
          </p:nvCxnSpPr>
          <p:spPr>
            <a:xfrm>
              <a:off x="6777896" y="2064964"/>
              <a:ext cx="480484" cy="1591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endCxn id="21" idx="2"/>
            </p:cNvCxnSpPr>
            <p:nvPr/>
          </p:nvCxnSpPr>
          <p:spPr>
            <a:xfrm>
              <a:off x="6727002" y="2193562"/>
              <a:ext cx="531378" cy="654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endCxn id="22" idx="2"/>
            </p:cNvCxnSpPr>
            <p:nvPr/>
          </p:nvCxnSpPr>
          <p:spPr>
            <a:xfrm flipV="1">
              <a:off x="6464475" y="3470141"/>
              <a:ext cx="793905" cy="7412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endCxn id="23" idx="2"/>
            </p:cNvCxnSpPr>
            <p:nvPr/>
          </p:nvCxnSpPr>
          <p:spPr>
            <a:xfrm flipV="1">
              <a:off x="6718466" y="4092330"/>
              <a:ext cx="539914" cy="2904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endCxn id="24" idx="2"/>
            </p:cNvCxnSpPr>
            <p:nvPr/>
          </p:nvCxnSpPr>
          <p:spPr>
            <a:xfrm>
              <a:off x="6817798" y="4705580"/>
              <a:ext cx="440582" cy="89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endCxn id="25" idx="2"/>
            </p:cNvCxnSpPr>
            <p:nvPr/>
          </p:nvCxnSpPr>
          <p:spPr>
            <a:xfrm>
              <a:off x="6718466" y="4931814"/>
              <a:ext cx="539914" cy="4065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6575280" y="5106621"/>
              <a:ext cx="740268" cy="7604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6414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18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Theme</vt:lpstr>
      <vt:lpstr>PowerPoint Presentation</vt:lpstr>
    </vt:vector>
  </TitlesOfParts>
  <Company>NOAA AFSC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Cindy Tribuzio</dc:creator>
  <cp:lastModifiedBy>Cindy Tribuzio</cp:lastModifiedBy>
  <cp:revision>6</cp:revision>
  <cp:lastPrinted>2025-03-25T20:59:38Z</cp:lastPrinted>
  <dcterms:created xsi:type="dcterms:W3CDTF">2025-03-20T00:04:26Z</dcterms:created>
  <dcterms:modified xsi:type="dcterms:W3CDTF">2025-03-25T21:49:34Z</dcterms:modified>
</cp:coreProperties>
</file>